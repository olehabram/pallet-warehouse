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a6705c0f8f4f6e" /><Relationship Type="http://schemas.openxmlformats.org/officeDocument/2006/relationships/extended-properties" Target="/docProps/app.xml" Id="R3556365d52644208" /><Relationship Type="http://schemas.openxmlformats.org/officeDocument/2006/relationships/officeDocument" Target="/ppt/presentation.xml" Id="R23e73758de7c4f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f6f36ef37f446c"/>
  </p:sldMasterIdLst>
  <p:notesMasterIdLst>
    <p:notesMasterId xmlns:r="http://schemas.openxmlformats.org/officeDocument/2006/relationships" r:id="R6821c5f0f3d34693"/>
  </p:notesMasterIdLst>
  <p:sldIdLst>
    <p:sldId xmlns:r="http://schemas.openxmlformats.org/officeDocument/2006/relationships" id="256" r:id="R6371cf19e5cb46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67d81ffcfb49ce" /><Relationship Type="http://schemas.openxmlformats.org/officeDocument/2006/relationships/slideMaster" Target="/ppt/slideMasters/slideMaster1.xml" Id="R8ff6f36ef37f446c" /><Relationship Type="http://schemas.openxmlformats.org/officeDocument/2006/relationships/notesMaster" Target="/ppt/notesMasters/notesMaster1.xml" Id="R6821c5f0f3d34693" /><Relationship Type="http://schemas.openxmlformats.org/officeDocument/2006/relationships/presProps" Target="/ppt/presProps.xml" Id="Rcecfc06d57404fa7" /><Relationship Type="http://schemas.openxmlformats.org/officeDocument/2006/relationships/tableStyles" Target="/ppt/tableStyles.xml" Id="R00f5d0a8528a4423" /><Relationship Type="http://schemas.openxmlformats.org/officeDocument/2006/relationships/slide" Target="/ppt/slides/slide1.xml" Id="R6371cf19e5cb46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d580bba55d4e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849513dce245f3" /><Relationship Type="http://schemas.openxmlformats.org/officeDocument/2006/relationships/notesMaster" Target="/ppt/notesMasters/notesMaster1.xml" Id="R3c4fbc295a7a40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Тема 46: система обліку складських операцій на прикладі складу декоративного паперу.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Текст виступу: Наш продукт призначений для обліку палет декоративного паперу. За описом працівника, кожна палета має власний номер і бірку з кількістю аркушів та результатами аналізів. Палету доставляють у стелаж або одразу до ламінату за замовленням оператора. Зараз відомості ведуть у журналах, електронних таблицях та BCS. Різні місця ведення даних створюють ризик розбіжностей. Ми пропонуємо навчальну систему з єдиною карткою палети, її місцем зберігання, історією руху та заявками на видачу. Потенційні користувачі: лаборант, водій автонавантажувача й оператор ламінату.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Джерела: опис брата користувача та дві фотографії, надані користувачем 25.09.2026. Завдання: слайд 9 Lektsiya1_Zhyttievyi_Cyklus.pptx. Ризик розбіжностей є проєктним висновком із опису паралельного обліку, а не підтвердженням фактичних помилок. BCS уже відображає місця зберігання палет. Реалізацію, інтеграції та ефективність продукту ще не перевірено.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5b28f703f64e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5cd313d66d4457" /><Relationship Type="http://schemas.openxmlformats.org/officeDocument/2006/relationships/slideLayout" Target="/ppt/slideLayouts/slideLayout1.xml" Id="R3aa0ebccc0ad46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a0ebccc0ad46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84d0a9940149f4" /><Relationship Type="http://schemas.openxmlformats.org/officeDocument/2006/relationships/image" Target="/ppt/media/image.png" Id="R68d1951bd4f04769" /><Relationship Type="http://schemas.openxmlformats.org/officeDocument/2006/relationships/image" Target="/ppt/media/image2.png" Id="R3d3ffb069b7f4c46" /><Relationship Type="http://schemas.openxmlformats.org/officeDocument/2006/relationships/notesSlide" Target="/ppt/notesSlides/notesSlide1.xml" Id="R8f0e12720cff4f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C9CFC6-9F6E-4F6C-ABA3-3F187B7E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33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33"/>
                </a:solidFill>
                <a:latin typeface="DejaVu Sans"/>
                <a:ea typeface="DejaVu Sans"/>
                <a:cs typeface="DejaVu Sans"/>
              </a:rPr>
              <a:t>Яку проблему вирішує наш продукт?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59BEA4-BF9D-48F2-B6CD-0B74FE96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76325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96A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496A6E"/>
                </a:solidFill>
                <a:latin typeface="DejaVu Sans"/>
                <a:ea typeface="DejaVu Sans"/>
                <a:cs typeface="DejaVu Sans"/>
              </a:rPr>
              <a:t>Тема 46. Система обліку складських операцій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93C4A2-727D-4124-9916-580F1C57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D3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72D33"/>
                </a:solidFill>
                <a:latin typeface="DejaVu Sans"/>
                <a:ea typeface="DejaVu Sans"/>
                <a:cs typeface="DejaVu Sans"/>
              </a:rPr>
              <a:t>Склад декоративного паперу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86A6ED-4D66-496E-AEE9-F449DB15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71700"/>
            <a:ext cx="5715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D33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33"/>
                </a:solidFill>
                <a:latin typeface="DejaVu Sans"/>
                <a:ea typeface="DejaVu Sans"/>
                <a:cs typeface="DejaVu Sans"/>
              </a:rPr>
              <a:t>Проблема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C3496-5F6F-450C-8DC0-028E4AFB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9850"/>
            <a:ext cx="6000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3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33"/>
                </a:solidFill>
                <a:latin typeface="DejaVu Sans"/>
                <a:ea typeface="DejaVu Sans"/>
                <a:cs typeface="DejaVu Sans"/>
              </a:rPr>
              <a:t>Дані про палети ведуть у журналах,</a:t>
            </a:r>
          </a:p>
          <a:p xmlns:a="http://schemas.openxmlformats.org/drawingml/2006/main">
            <a:pPr>
              <a:defRPr sz="2025" b="0">
                <a:solidFill>
                  <a:srgbClr val="172D3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33"/>
                </a:solidFill>
                <a:latin typeface="DejaVu Sans"/>
                <a:ea typeface="DejaVu Sans"/>
                <a:cs typeface="DejaVu Sans"/>
              </a:rPr>
              <a:t>Excel та BCS. Це створює ризик</a:t>
            </a:r>
          </a:p>
          <a:p xmlns:a="http://schemas.openxmlformats.org/drawingml/2006/main">
            <a:pPr>
              <a:defRPr sz="2025" b="0">
                <a:solidFill>
                  <a:srgbClr val="172D3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33"/>
                </a:solidFill>
                <a:latin typeface="DejaVu Sans"/>
                <a:ea typeface="DejaVu Sans"/>
                <a:cs typeface="DejaVu Sans"/>
              </a:rPr>
              <a:t>розбіжностей між записами.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332233-1B33-4E40-B395-09F344C0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10025"/>
            <a:ext cx="6000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D33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33"/>
                </a:solidFill>
                <a:latin typeface="DejaVu Sans"/>
                <a:ea typeface="DejaVu Sans"/>
                <a:cs typeface="DejaVu Sans"/>
              </a:rPr>
              <a:t>Запропоноване рішення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DFBD7D-42A8-45B3-8A8C-0227CC48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76750"/>
            <a:ext cx="6191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3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72D33"/>
                </a:solidFill>
                <a:latin typeface="DejaVu Sans"/>
                <a:ea typeface="DejaVu Sans"/>
                <a:cs typeface="DejaVu Sans"/>
              </a:rPr>
              <a:t>Єдина картка палети: номер, кількість,</a:t>
            </a:r>
          </a:p>
          <a:p xmlns:a="http://schemas.openxmlformats.org/drawingml/2006/main">
            <a:pPr>
              <a:defRPr sz="1950" b="0">
                <a:solidFill>
                  <a:srgbClr val="172D33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72D33"/>
                </a:solidFill>
                <a:latin typeface="DejaVu Sans"/>
                <a:ea typeface="DejaVu Sans"/>
                <a:cs typeface="DejaVu Sans"/>
              </a:rPr>
              <a:t>аналізи, місце зберігання та історія руху.</a:t>
            </a:r>
          </a:p>
          <a:p xmlns:a="http://schemas.openxmlformats.org/drawingml/2006/main">
            <a:pPr>
              <a:defRPr sz="1950" b="0">
                <a:solidFill>
                  <a:srgbClr val="172D33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72D33"/>
                </a:solidFill>
                <a:latin typeface="DejaVu Sans"/>
                <a:ea typeface="DejaVu Sans"/>
                <a:cs typeface="DejaVu Sans"/>
              </a:rPr>
              <a:t>Облік заявок на видачу до ламінатів.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d1951bd4f04769"/>
          <a:stretch xmlns:a="http://schemas.openxmlformats.org/drawingml/2006/main"/>
        </p:blipFill>
        <p:spPr>
          <a:xfrm xmlns:a="http://schemas.openxmlformats.org/drawingml/2006/main">
            <a:off x="6934200" y="2190750"/>
            <a:ext cx="2228850" cy="297180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3ffb069b7f4c46"/>
          <a:stretch xmlns:a="http://schemas.openxmlformats.org/drawingml/2006/main"/>
        </p:blipFill>
        <p:spPr>
          <a:xfrm xmlns:a="http://schemas.openxmlformats.org/drawingml/2006/main">
            <a:off x="9344025" y="2190750"/>
            <a:ext cx="2228850" cy="29718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86111D-7768-4524-BCA1-3916689A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305425"/>
            <a:ext cx="4705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A6E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496A6E"/>
                </a:solidFill>
                <a:latin typeface="DejaVu Sans"/>
                <a:ea typeface="DejaVu Sans"/>
                <a:cs typeface="DejaVu Sans"/>
              </a:rPr>
              <a:t>Палета декоративного паперу на лінії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71E725-F26B-4A1B-AFCD-CE3C3673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62675"/>
            <a:ext cx="11277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D33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72D33"/>
                </a:solidFill>
                <a:latin typeface="DejaVu Sans"/>
                <a:ea typeface="DejaVu Sans"/>
                <a:cs typeface="DejaVu Sans"/>
              </a:rPr>
              <a:t>Користувачі: лаборант, водій автонавантажувача, оператор ламінату</a:t>
            </a:r>
          </a:p>
        </p:txBody>
      </p:sp>
    </p:spTree>
    <p:extLst>
      <p:ext uri="{BB962C8B-B14F-4D97-AF65-F5344CB8AC3E}">
        <p14:creationId xmlns:p14="http://schemas.microsoft.com/office/powerpoint/2010/main" val="17607505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2026-09-25T19:37:22.9520000Z</dcterms:created>
  <dcterms:modified xsi:type="dcterms:W3CDTF">2026-09-25T19:37:22.9520000Z</dcterms:modified>
</coreProperties>
</file>